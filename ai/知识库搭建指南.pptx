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76" y="-15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51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MkDocs + GitHub Pages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BBCCFF"/>
                </a:solidFill>
              </a:defRPr>
            </a:pPr>
            <a:r>
              <a:t>个人知识库搭建指南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657600"/>
            <a:ext cx="2103120" cy="54864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BBEE"/>
                </a:solidFill>
              </a:defRPr>
            </a:pPr>
            <a:r>
              <a:t>基于 Markdown 的静态站点 · 免费托管 · 跨设备访问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99CC"/>
                </a:solidFill>
              </a:defRPr>
            </a:pPr>
            <a:r>
              <a:t>Appie-1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📋 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0">
                <a:solidFill>
                  <a:srgbClr val="333333"/>
                </a:solidFill>
              </a:defRPr>
            </a:pPr>
            <a:r>
              <a:t>1. 什么是 MkDocs + GitHub Pages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333333"/>
                </a:solidFill>
              </a:defRPr>
            </a:pPr>
            <a:r>
              <a:t>2. 环境准备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333333"/>
                </a:solidFill>
              </a:defRPr>
            </a:pPr>
            <a:r>
              <a:t>3. 项目搭建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333333"/>
                </a:solidFill>
              </a:defRPr>
            </a:pPr>
            <a:r>
              <a:t>4. 配置说明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333333"/>
                </a:solidFill>
              </a:defRPr>
            </a:pPr>
            <a:r>
              <a:t>5. 部署到 GitHub Pages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333333"/>
                </a:solidFill>
              </a:defRPr>
            </a:pPr>
            <a:r>
              <a:t>6. 日常使用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333333"/>
                </a:solidFill>
              </a:defRPr>
            </a:pPr>
            <a:r>
              <a:t>7. 迁移现有笔记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333333"/>
                </a:solidFill>
              </a:defRPr>
            </a:pPr>
            <a:r>
              <a:t>8. 新 PC 部署指南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333333"/>
                </a:solidFill>
              </a:defRPr>
            </a:pPr>
            <a:r>
              <a:t>9. 常见问题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1. 什么是 MkDocs + GitHub Pages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743200"/>
            <a:ext cx="34747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F51B5"/>
                </a:solidFill>
              </a:defRPr>
            </a:pPr>
            <a:r>
              <a:t>📝 MkDocs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2926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Python 编写的静态站点生成器</a:t>
            </a:r>
            <a:br/>
            <a:r>
              <a:t>用 Markdown 写文档，生成 HTML 站点</a:t>
            </a:r>
            <a:br/>
            <a:r>
              <a:t>Material 主题美观大方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743200"/>
            <a:ext cx="34747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29260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F51B5"/>
                </a:solidFill>
              </a:defRPr>
            </a:pPr>
            <a:r>
              <a:t>☁️ GitHub Pages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383280"/>
            <a:ext cx="2926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GitHub 提供的免费静态托管服务</a:t>
            </a:r>
            <a:br/>
            <a:r>
              <a:t>自动部署，无需自己维护服务器</a:t>
            </a:r>
            <a:br/>
            <a:r>
              <a:t>全球 CDN 加速，任意设备访问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2743200"/>
            <a:ext cx="34747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0" y="29260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F51B5"/>
                </a:solidFill>
              </a:defRPr>
            </a:pPr>
            <a:r>
              <a:t>🔄 工作流程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83280"/>
            <a:ext cx="2926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本地写 Markdown → git push</a:t>
            </a:r>
            <a:br/>
            <a:r>
              <a:t>→ GitHub Actions 自动构建</a:t>
            </a:r>
            <a:br/>
            <a:r>
              <a:t>→ GitHub Pages 发布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2. 环境准备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CCFF"/>
                </a:solidFill>
              </a:defRPr>
            </a:pPr>
            <a:r>
              <a:t>需要安装以下工具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defRPr sz="1800" b="0">
                <a:solidFill>
                  <a:srgbClr val="4CAF50"/>
                </a:solidFill>
              </a:defRPr>
            </a:pPr>
            <a:r>
              <a:t>✅ Python 3.8+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666666"/>
                </a:solidFill>
              </a:defRPr>
            </a:pPr>
            <a:r>
              <a:t>   下载: https://www.python.org/downloads/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666666"/>
                </a:solidFill>
              </a:defRPr>
            </a:pPr>
            <a:r>
              <a:t>   安装时勾选 "Add Python to PATH"</a:t>
            </a:r>
          </a:p>
          <a:p>
            <a:pPr algn="l">
              <a:spcAft>
                <a:spcPts val="900"/>
              </a:spcAft>
              <a:defRPr sz="1800" b="0">
                <a:solidFill>
                  <a:srgbClr val="333333"/>
                </a:solidFill>
              </a:defRPr>
            </a:pPr>
            <a:endParaRPr/>
          </a:p>
          <a:p>
            <a:pPr algn="l">
              <a:spcAft>
                <a:spcPts val="900"/>
              </a:spcAft>
              <a:defRPr sz="1800" b="0">
                <a:solidFill>
                  <a:srgbClr val="4CAF50"/>
                </a:solidFill>
              </a:defRPr>
            </a:pPr>
            <a:r>
              <a:t>✅ Git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666666"/>
                </a:solidFill>
              </a:defRPr>
            </a:pPr>
            <a:r>
              <a:t>   下载: https://git-scm.com/downloads</a:t>
            </a:r>
          </a:p>
          <a:p>
            <a:pPr algn="l">
              <a:spcAft>
                <a:spcPts val="900"/>
              </a:spcAft>
              <a:defRPr sz="1800" b="0">
                <a:solidFill>
                  <a:srgbClr val="333333"/>
                </a:solidFill>
              </a:defRPr>
            </a:pPr>
            <a:endParaRPr/>
          </a:p>
          <a:p>
            <a:pPr algn="l">
              <a:spcAft>
                <a:spcPts val="900"/>
              </a:spcAft>
              <a:defRPr sz="1800" b="0">
                <a:solidFill>
                  <a:srgbClr val="4CAF50"/>
                </a:solidFill>
              </a:defRPr>
            </a:pPr>
            <a:r>
              <a:t>✅ GitHub 账号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666666"/>
                </a:solidFill>
              </a:defRPr>
            </a:pPr>
            <a:r>
              <a:t>   注册: https://github.com/signup</a:t>
            </a:r>
          </a:p>
          <a:p>
            <a:pPr algn="l">
              <a:spcAft>
                <a:spcPts val="900"/>
              </a:spcAft>
              <a:defRPr sz="1800" b="0">
                <a:solidFill>
                  <a:srgbClr val="333333"/>
                </a:solidFill>
              </a:defRPr>
            </a:pPr>
            <a:endParaRPr/>
          </a:p>
          <a:p>
            <a:pPr algn="l">
              <a:spcAft>
                <a:spcPts val="900"/>
              </a:spcAft>
              <a:defRPr sz="1800" b="0">
                <a:solidFill>
                  <a:srgbClr val="4CAF50"/>
                </a:solidFill>
              </a:defRPr>
            </a:pPr>
            <a:r>
              <a:t>✅ 代码编辑器 (可选)</a:t>
            </a:r>
          </a:p>
          <a:p>
            <a:pPr algn="l">
              <a:spcAft>
                <a:spcPts val="900"/>
              </a:spcAft>
              <a:defRPr sz="1400" b="0">
                <a:solidFill>
                  <a:srgbClr val="666666"/>
                </a:solidFill>
              </a:defRPr>
            </a:pPr>
            <a:r>
              <a:t>   VSCode: https://code.visualstudio.com/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3. 项目搭建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CCFF"/>
                </a:solidFill>
              </a:defRPr>
            </a:pPr>
            <a:r>
              <a:t>安装 MkDocs 并创建项目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</a:defRPr>
            </a:pPr>
            <a:r>
              <a:t>Step 1: 安装 MkDocs 和 Material 主题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200400"/>
            <a:ext cx="10058400" cy="1097280"/>
          </a:xfrm>
          <a:prstGeom prst="rect">
            <a:avLst/>
          </a:prstGeom>
          <a:solidFill>
            <a:srgbClr val="26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3383280"/>
            <a:ext cx="9509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pip install mkdocs mkdocs-material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pip install mkdocs-git-revision-date-localized-plugin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</a:defRPr>
            </a:pPr>
            <a:r>
              <a:t>Step 2: 创建项目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846320"/>
            <a:ext cx="10058400" cy="1371600"/>
          </a:xfrm>
          <a:prstGeom prst="rect">
            <a:avLst/>
          </a:prstGeom>
          <a:solidFill>
            <a:srgbClr val="26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5029200"/>
            <a:ext cx="9509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mkdir my-knowledge-base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cd my-knowledge-base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mkdocs new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3. 项目结构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CCFF"/>
                </a:solidFill>
              </a:defRPr>
            </a:pPr>
            <a:r>
              <a:t>推荐目录组织方式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5029200" cy="3657600"/>
          </a:xfrm>
          <a:prstGeom prst="rect">
            <a:avLst/>
          </a:prstGeom>
          <a:solidFill>
            <a:srgbClr val="26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rPr dirty="0"/>
              <a:t>my-knowledge-base/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rPr dirty="0"/>
              <a:t>├── .</a:t>
            </a:r>
            <a:r>
              <a:rPr dirty="0" err="1"/>
              <a:t>github</a:t>
            </a:r>
            <a:r>
              <a:rPr dirty="0"/>
              <a:t>/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rPr dirty="0"/>
              <a:t>│   └── workflows/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rPr dirty="0"/>
              <a:t>│       └── </a:t>
            </a:r>
            <a:r>
              <a:rPr dirty="0" err="1"/>
              <a:t>deploy.yml</a:t>
            </a:r>
            <a:r>
              <a:rPr dirty="0"/>
              <a:t>     # </a:t>
            </a:r>
            <a:r>
              <a:rPr dirty="0" err="1"/>
              <a:t>自动部署</a:t>
            </a:r>
            <a:endParaRPr dirty="0"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rPr dirty="0"/>
              <a:t>├── docs/                    # </a:t>
            </a:r>
            <a:r>
              <a:rPr dirty="0" err="1"/>
              <a:t>文档目录</a:t>
            </a:r>
            <a:endParaRPr dirty="0"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rPr dirty="0"/>
              <a:t>│   ├── index.md             # </a:t>
            </a:r>
            <a:r>
              <a:rPr dirty="0" err="1"/>
              <a:t>首页</a:t>
            </a:r>
            <a:endParaRPr dirty="0"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rPr dirty="0"/>
              <a:t>│   ├── ai/                  # AI </a:t>
            </a:r>
            <a:r>
              <a:rPr dirty="0" err="1"/>
              <a:t>笔记</a:t>
            </a:r>
            <a:endParaRPr dirty="0"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rPr dirty="0"/>
              <a:t>│   │   └── index.md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rPr dirty="0"/>
              <a:t>│   ├── chip/                # </a:t>
            </a:r>
            <a:r>
              <a:rPr dirty="0" err="1"/>
              <a:t>芯片开发</a:t>
            </a:r>
            <a:endParaRPr dirty="0"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rPr dirty="0"/>
              <a:t>│   ├── hardware/            # </a:t>
            </a:r>
            <a:r>
              <a:rPr dirty="0" err="1"/>
              <a:t>硬件知识</a:t>
            </a:r>
            <a:endParaRPr dirty="0"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rPr dirty="0"/>
              <a:t>│   ├── software/            # </a:t>
            </a:r>
            <a:r>
              <a:rPr dirty="0" err="1"/>
              <a:t>软件知识</a:t>
            </a:r>
            <a:endParaRPr dirty="0"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rPr dirty="0"/>
              <a:t>│   └── tools/               # </a:t>
            </a:r>
            <a:r>
              <a:rPr dirty="0" err="1"/>
              <a:t>工具使用</a:t>
            </a:r>
            <a:endParaRPr dirty="0"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rPr dirty="0"/>
              <a:t>├── </a:t>
            </a:r>
            <a:r>
              <a:rPr dirty="0" err="1"/>
              <a:t>mkdocs.yml</a:t>
            </a:r>
            <a:r>
              <a:rPr dirty="0"/>
              <a:t>               # </a:t>
            </a:r>
            <a:r>
              <a:rPr dirty="0" err="1"/>
              <a:t>配置文件</a:t>
            </a:r>
            <a:endParaRPr dirty="0"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rPr dirty="0"/>
              <a:t>├── .</a:t>
            </a:r>
            <a:r>
              <a:rPr dirty="0" err="1"/>
              <a:t>gitignore</a:t>
            </a:r>
            <a:endParaRPr dirty="0"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rPr dirty="0"/>
              <a:t>├── .git/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F51B5"/>
                </a:solidFill>
              </a:defRPr>
            </a:pPr>
            <a:r>
              <a:t>💡 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747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docs/ — 所有 Markdown 文件放这里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mkdocs.yml — 站点名称、主题、导航配置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.github/workflows/deploy.yml — 自动部署脚本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按分类建子目录组织笔记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4. 配置说明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CCFF"/>
                </a:solidFill>
              </a:defRPr>
            </a:pPr>
            <a:r>
              <a:t>mkdocs.yml 关键配置项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</a:defRPr>
            </a:pPr>
            <a:r>
              <a:t>site_name — 站点名称，显示在标题栏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</a:defRPr>
            </a:pPr>
            <a:r>
              <a:t>theme: name: material — Material 主题，支持亮/暗色切换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</a:defRPr>
            </a:pPr>
            <a:r>
              <a:t>  features: — 功能开关（导航标签、搜索高亮、代码复制等）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</a:defRPr>
            </a:pPr>
            <a:r>
              <a:t>  palette: — 亮/暗色主题配色方案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</a:defRPr>
            </a:pPr>
            <a:r>
              <a:t>plugins: — search 搜索插件（支持中文分词）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</a:defRPr>
            </a:pPr>
            <a:r>
              <a:t>markdown_extensions: — Markdown 增强语法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666666"/>
                </a:solidFill>
              </a:defRPr>
            </a:pPr>
            <a:r>
              <a:t>  · admonition — 警告/提示框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666666"/>
                </a:solidFill>
              </a:defRPr>
            </a:pPr>
            <a:r>
              <a:t>  · pymdownx.highlight — 代码高亮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666666"/>
                </a:solidFill>
              </a:defRPr>
            </a:pPr>
            <a:r>
              <a:t>  · pymdownx.emoji — Emoji 支持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666666"/>
                </a:solidFill>
              </a:defRPr>
            </a:pPr>
            <a:r>
              <a:t>  · toc — 目录锚点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</a:defRPr>
            </a:pPr>
            <a:r>
              <a:t>nav — 导航结构，定义页面层级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5. 部署到 GitHub Pages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F51B5"/>
                </a:solidFill>
              </a:defRPr>
            </a:pPr>
            <a:r>
              <a:t>Step 1: 创建 GitHub 仓库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108960"/>
            <a:ext cx="9601200" cy="1371600"/>
          </a:xfrm>
          <a:prstGeom prst="rect">
            <a:avLst/>
          </a:prstGeom>
          <a:solidFill>
            <a:srgbClr val="26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3291840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登录 https://github.com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点击 + → New repository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输入名称（如 kb），设为 Public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不要勾选任何初始化选项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F51B5"/>
                </a:solidFill>
              </a:defRPr>
            </a:pPr>
            <a:r>
              <a:t>Step 2: 初始化 Git 并推送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5029200"/>
            <a:ext cx="9601200" cy="1371600"/>
          </a:xfrm>
          <a:prstGeom prst="rect">
            <a:avLst/>
          </a:prstGeom>
          <a:solidFill>
            <a:srgbClr val="26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5212080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cd my-knowledge-base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git init &amp;&amp; git branch -m main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git add . &amp;&amp; git commit -m "初始提交"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git remote add origin https://github.com/用户名/仓库名.git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git push -u origin 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44336"/>
                </a:solidFill>
              </a:defRPr>
            </a:pPr>
            <a:r>
              <a:t>⚠️ 处理目录所有权问题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3108960"/>
            <a:ext cx="4572000" cy="914400"/>
          </a:xfrm>
          <a:prstGeom prst="rect">
            <a:avLst/>
          </a:prstGeom>
          <a:solidFill>
            <a:srgbClr val="26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329184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git config --global --add safe.directory D:/path/to/repo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5. 部署 — GitHub Pages &amp;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Step 3: 开启 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仓库页面 → Settings → Pages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Source 选择 GitHub Actions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推送后 Actions 自动构建并部署</a:t>
            </a:r>
          </a:p>
          <a:p>
            <a:pPr algn="l">
              <a:spcAft>
                <a:spcPts val="800"/>
              </a:spcAft>
              <a:defRPr sz="1600" b="1">
                <a:solidFill>
                  <a:srgbClr val="3F51B5"/>
                </a:solidFill>
              </a:defRPr>
            </a:pPr>
            <a:r>
              <a:t>访问地址: https://用户名.github.io/仓库名/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743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deploy.yml 自动部署脚本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3200400"/>
            <a:ext cx="5486400" cy="3200400"/>
          </a:xfrm>
          <a:prstGeom prst="rect">
            <a:avLst/>
          </a:prstGeom>
          <a:solidFill>
            <a:srgbClr val="26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0" y="3383280"/>
            <a:ext cx="4937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name: deploy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on: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push: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  branches: [main]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workflow_dispatch: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jobs: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build: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  runs-on: ubuntu-latest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  steps: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    - uses: actions/checkout@v4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    - uses: actions/setup-python@v5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    - run: pip install mkdocs-material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    - run: mkdocs build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    - uses: actions/upload-pages-artifact@v3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with: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  path: site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deploy: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  needs: build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    uses: actions/deploy-pages@v4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6. 日常使用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CCFF"/>
                </a:solidFill>
              </a:defRPr>
            </a:pPr>
            <a:r>
              <a:t>写笔记 → 推送 → 自动更新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F51B5"/>
                </a:solidFill>
              </a:defRPr>
            </a:pPr>
            <a:r>
              <a:t>添加新笔记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在 docs/ 下创建 .md 文件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更新 mkdocs.yml 的 nav 导航配置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本地预览: mkdocs serve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666666"/>
                </a:solidFill>
              </a:defRPr>
            </a:pPr>
            <a:r>
              <a:t>打开 http://127.0.0.1:8000 查看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</a:defRPr>
            </a:pPr>
            <a:r>
              <a:t>发布更新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2004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cd D:\AI\kb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git add .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git commit -m "添加了XX笔记"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git push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666666"/>
                </a:solidFill>
              </a:defRPr>
            </a:pPr>
            <a:r>
              <a:t>（自动部署，等1分钟即可访问）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8. 新 PC 部署指南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CCFF"/>
                </a:solidFill>
              </a:defRPr>
            </a:pPr>
            <a:r>
              <a:t>换电脑后如何继续使用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F51B5"/>
                </a:solidFill>
              </a:defRPr>
            </a:pPr>
            <a:r>
              <a:t>完整步骤（只需执行一次）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50"/>
              </a:spcAft>
              <a:defRPr sz="1700" b="0">
                <a:solidFill>
                  <a:srgbClr val="333333"/>
                </a:solidFill>
              </a:defRPr>
            </a:pPr>
            <a:r>
              <a:t>① 安装 Python 3.8+（记得勾选 Add to PATH）</a:t>
            </a:r>
          </a:p>
          <a:p>
            <a:pPr algn="l">
              <a:spcAft>
                <a:spcPts val="850"/>
              </a:spcAft>
              <a:defRPr sz="1700" b="0">
                <a:solidFill>
                  <a:srgbClr val="333333"/>
                </a:solidFill>
              </a:defRPr>
            </a:pPr>
            <a:r>
              <a:t>② 安装 Git</a:t>
            </a:r>
          </a:p>
          <a:p>
            <a:pPr algn="l">
              <a:spcAft>
                <a:spcPts val="850"/>
              </a:spcAft>
              <a:defRPr sz="1700" b="0">
                <a:solidFill>
                  <a:srgbClr val="333333"/>
                </a:solidFill>
              </a:defRPr>
            </a:pPr>
            <a:r>
              <a:t>③ 配置 Git（只需第一次）</a:t>
            </a:r>
          </a:p>
          <a:p>
            <a:pPr algn="l">
              <a:spcAft>
                <a:spcPts val="850"/>
              </a:spcAft>
              <a:defRPr sz="1700" b="0">
                <a:solidFill>
                  <a:srgbClr val="333333"/>
                </a:solidFill>
              </a:defRPr>
            </a:pPr>
            <a:r>
              <a:t>④ 克隆仓库</a:t>
            </a:r>
          </a:p>
          <a:p>
            <a:pPr algn="l">
              <a:spcAft>
                <a:spcPts val="850"/>
              </a:spcAft>
              <a:defRPr sz="1700" b="0">
                <a:solidFill>
                  <a:srgbClr val="333333"/>
                </a:solidFill>
              </a:defRPr>
            </a:pPr>
            <a:r>
              <a:t>⑤ 安装 MkDocs</a:t>
            </a:r>
          </a:p>
          <a:p>
            <a:pPr algn="l">
              <a:spcAft>
                <a:spcPts val="850"/>
              </a:spcAft>
              <a:defRPr sz="1700" b="0">
                <a:solidFill>
                  <a:srgbClr val="333333"/>
                </a:solidFill>
              </a:defRPr>
            </a:pPr>
            <a:r>
              <a:t>⑥ 开始写笔记，预览，推送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2743200"/>
            <a:ext cx="5029200" cy="3474720"/>
          </a:xfrm>
          <a:prstGeom prst="rect">
            <a:avLst/>
          </a:prstGeom>
          <a:solidFill>
            <a:srgbClr val="26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2926080"/>
            <a:ext cx="4480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# 配置 Git（第一次使用需执行）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git config --global user.name "你的名字"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git config --global user.email "你的邮箱"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endParaRPr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# 克隆仓库（只需一次）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cd D:\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# 用实际仓库地址替换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git clone https://github.com/Appie-1/kb.git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cd kb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endParaRPr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# 安装依赖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pip install mkdocs-material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pip install mkdocs-git-revision-date-localized-plugin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endParaRPr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# 本地预览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mkdocs serve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# 浏览器打开 http://127.0.0.1:8000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8. 新 PC — 详细命令行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1. 安装 Python 和 Git（图形界面安装，略）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2. 打开终端（cmd 或 PowerShell），依次执行：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657600"/>
            <a:ext cx="10515600" cy="2926080"/>
          </a:xfrm>
          <a:prstGeom prst="rect">
            <a:avLst/>
          </a:prstGeom>
          <a:solidFill>
            <a:srgbClr val="26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9966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# 配置 Git 身份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git config --global user.name "Appie-1"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git config --global user.email "1657527371@qq.com"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git config --global init.defaultBranch main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endParaRPr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# 克隆知识库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cd D:/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git clone https://github.com/Appie-1/kb.git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cd kb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endParaRPr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# 安装 MkDocs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pip install mkdocs-material mkdocs-git-revision-date-localized-plugin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endParaRPr/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# 本地预览</a:t>
            </a:r>
          </a:p>
          <a:p>
            <a:pPr>
              <a:defRPr sz="1200">
                <a:solidFill>
                  <a:srgbClr val="E0E0E0"/>
                </a:solidFill>
                <a:latin typeface="Consolas"/>
              </a:defRPr>
            </a:pPr>
            <a:r>
              <a:t>mkdocs serve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8. 新 PC — 日常写作流程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F51B5"/>
                </a:solidFill>
              </a:defRPr>
            </a:pPr>
            <a:r>
              <a:t>在新 PC 上写笔记并发布：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Step 1: git pull  # 拉取最新内容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endParaRPr/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Step 2: 编辑 docs/ 下的 .md 文件（或创建新文件）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endParaRPr/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Step 3: mkdocs serve  # 本地预览效果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666666"/>
                </a:solidFill>
              </a:defRPr>
            </a:pPr>
            <a:r>
              <a:t>  浏览器打开 http://127.0.0.1:8000 查看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endParaRPr/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Step 4: git add .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  git commit -m "添加了XX笔记"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  git push  # 推送到 GitHub 自动部署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endParaRPr/>
          </a:p>
          <a:p>
            <a:pPr algn="l">
              <a:spcAft>
                <a:spcPts val="800"/>
              </a:spcAft>
              <a:defRPr sz="1600" b="0">
                <a:solidFill>
                  <a:srgbClr val="4CAF50"/>
                </a:solidFill>
              </a:defRPr>
            </a:pPr>
            <a:r>
              <a:t>Step 5: 打开 https://Appie-1.github.io/kb/ 查看在线站点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9. 常见问题 &amp; 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3F51B5"/>
                </a:solidFill>
              </a:defRPr>
            </a:pPr>
            <a:r>
              <a:t>Q: 页面没更新？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</a:defRPr>
            </a:pPr>
            <a:r>
              <a:t>A: 检查 GitHub Actions 是否运行成功（仓库 Actions 标签页），等待约1分钟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endParaRPr/>
          </a:p>
          <a:p>
            <a:pPr algn="l">
              <a:spcAft>
                <a:spcPts val="800"/>
              </a:spcAft>
              <a:defRPr sz="1600" b="1">
                <a:solidFill>
                  <a:srgbClr val="3F51B5"/>
                </a:solidFill>
              </a:defRPr>
            </a:pPr>
            <a:r>
              <a:t>Q: git push 报错 "dubious ownership"？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</a:defRPr>
            </a:pPr>
            <a:r>
              <a:t>A: 执行 git config --global --add safe.directory D:/kb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endParaRPr/>
          </a:p>
          <a:p>
            <a:pPr algn="l">
              <a:spcAft>
                <a:spcPts val="800"/>
              </a:spcAft>
              <a:defRPr sz="1600" b="1">
                <a:solidFill>
                  <a:srgbClr val="3F51B5"/>
                </a:solidFill>
              </a:defRPr>
            </a:pPr>
            <a:r>
              <a:t>Q: 如何切换亮/暗色？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</a:defRPr>
            </a:pPr>
            <a:r>
              <a:t>A: 页面右上角有切换按钮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endParaRPr/>
          </a:p>
          <a:p>
            <a:pPr algn="l">
              <a:spcAft>
                <a:spcPts val="800"/>
              </a:spcAft>
              <a:defRPr sz="1600" b="1">
                <a:solidFill>
                  <a:srgbClr val="3F51B5"/>
                </a:solidFill>
              </a:defRPr>
            </a:pPr>
            <a:r>
              <a:t>Q: 如何迁移已有笔记？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</a:defRPr>
            </a:pPr>
            <a:r>
              <a:t>A: 将 .md 文件复制到 docs/ 对应目录，更新 mkdocs.yml 的 nav 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14/14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9. 常见问题 &amp; 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14/14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6932AF7-44A7-4939-B96D-327EE079D7D8}"/>
              </a:ext>
            </a:extLst>
          </p:cNvPr>
          <p:cNvSpPr txBox="1"/>
          <p:nvPr/>
        </p:nvSpPr>
        <p:spPr>
          <a:xfrm>
            <a:off x="1366345" y="3026979"/>
            <a:ext cx="174567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拉取最新版本</a:t>
            </a:r>
            <a:endParaRPr lang="en-US" altLang="zh-CN" dirty="0"/>
          </a:p>
          <a:p>
            <a:r>
              <a:rPr lang="en-US" altLang="zh-CN" dirty="0"/>
              <a:t>git pull</a:t>
            </a:r>
          </a:p>
          <a:p>
            <a:endParaRPr lang="en-US" altLang="zh-CN" dirty="0"/>
          </a:p>
          <a:p>
            <a:r>
              <a:rPr lang="zh-CN" altLang="en-US" dirty="0"/>
              <a:t>更新文件命令</a:t>
            </a:r>
            <a:endParaRPr lang="en-US" altLang="zh-CN" dirty="0"/>
          </a:p>
          <a:p>
            <a:r>
              <a:rPr lang="en-US" altLang="zh-CN" dirty="0"/>
              <a:t>git add .</a:t>
            </a:r>
          </a:p>
          <a:p>
            <a:r>
              <a:rPr lang="en-US" altLang="zh-CN" dirty="0"/>
              <a:t>git commit -m “”</a:t>
            </a:r>
          </a:p>
          <a:p>
            <a:r>
              <a:rPr lang="en-US" altLang="zh-CN" dirty="0"/>
              <a:t>git push</a:t>
            </a:r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A985776-EF2F-40BE-9280-A4660CDFB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626" y="2952750"/>
            <a:ext cx="7860817" cy="267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4608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1101</Words>
  <Application>Microsoft Office PowerPoint</Application>
  <PresentationFormat>宽屏</PresentationFormat>
  <Paragraphs>225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/>
  <cp:keywords/>
  <dc:description>generated using python-pptx</dc:description>
  <cp:lastModifiedBy>郭萍萍</cp:lastModifiedBy>
  <cp:revision>5</cp:revision>
  <dcterms:created xsi:type="dcterms:W3CDTF">2013-01-27T09:14:16Z</dcterms:created>
  <dcterms:modified xsi:type="dcterms:W3CDTF">2026-06-22T05:24:21Z</dcterms:modified>
  <cp:category/>
</cp:coreProperties>
</file>