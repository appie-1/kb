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MkDocs + GitHub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BBCCFF"/>
                </a:solidFill>
              </a:defRPr>
            </a:pPr>
            <a:r>
              <a:t>个人知识库搭建指南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BEE"/>
                </a:solidFill>
              </a:defRPr>
            </a:pPr>
            <a:r>
              <a:t>基于 Markdown 的静态站点 · 免费托管 · 跨设备访问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CC"/>
                </a:solidFill>
              </a:defRPr>
            </a:pPr>
            <a:r>
              <a:t>Appie-1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📋 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1. 什么是 MkDocs + GitHub Pages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2. 环境准备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3. 项目搭建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4. 配置说明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5. 部署到 GitHub Pages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6. 日常使用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7. 迁移现有笔记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8. 新 PC 部署指南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9. 常见问题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1. 什么是 MkDocs + GitHub Pages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51B5"/>
                </a:solidFill>
              </a:defRPr>
            </a:pPr>
            <a:r>
              <a:t>📝 MkDocs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Python 编写的静态站点生成器</a:t>
            </a:r>
            <a:br/>
            <a:r>
              <a:t>用 Markdown 写文档，生成 HTML 站点</a:t>
            </a:r>
            <a:br/>
            <a:r>
              <a:t>Material 主题美观大方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74320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51B5"/>
                </a:solidFill>
              </a:defRPr>
            </a:pPr>
            <a:r>
              <a:t>☁️ GitHub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38328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GitHub 提供的免费静态托管服务</a:t>
            </a:r>
            <a:br/>
            <a:r>
              <a:t>自动部署，无需自己维护服务器</a:t>
            </a:r>
            <a:br/>
            <a:r>
              <a:t>全球 CDN 加速，任意设备访问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74320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51B5"/>
                </a:solidFill>
              </a:defRPr>
            </a:pPr>
            <a:r>
              <a:t>🔄 工作流程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8328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本地写 Markdown → git push</a:t>
            </a:r>
            <a:br/>
            <a:r>
              <a:t>→ GitHub Actions 自动构建</a:t>
            </a:r>
            <a:br/>
            <a:r>
              <a:t>→ GitHub Pages 发布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2. 环境准备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CFF"/>
                </a:solidFill>
              </a:defRPr>
            </a:pPr>
            <a:r>
              <a:t>需要安装以下工具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4CAF50"/>
                </a:solidFill>
              </a:defRPr>
            </a:pPr>
            <a:r>
              <a:t>✅ Python 3.8+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   下载: https://www.python.org/downloads/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   安装时勾选 "Add Python to PATH"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900"/>
              </a:spcAft>
              <a:defRPr sz="1800" b="0">
                <a:solidFill>
                  <a:srgbClr val="4CAF50"/>
                </a:solidFill>
              </a:defRPr>
            </a:pPr>
            <a:r>
              <a:t>✅ Git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   下载: https://git-scm.com/downloads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900"/>
              </a:spcAft>
              <a:defRPr sz="1800" b="0">
                <a:solidFill>
                  <a:srgbClr val="4CAF50"/>
                </a:solidFill>
              </a:defRPr>
            </a:pPr>
            <a:r>
              <a:t>✅ GitHub 账号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   注册: https://github.com/signup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900"/>
              </a:spcAft>
              <a:defRPr sz="1800" b="0">
                <a:solidFill>
                  <a:srgbClr val="4CAF50"/>
                </a:solidFill>
              </a:defRPr>
            </a:pPr>
            <a:r>
              <a:t>✅ 代码编辑器 (可选)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   VSCode: https://code.visualstudio.com/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3. 项目搭建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CFF"/>
                </a:solidFill>
              </a:defRPr>
            </a:pPr>
            <a:r>
              <a:t>安装 MkDocs 并创建项目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Step 1: 安装 MkDocs 和 Material 主题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38328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pip install mkdocs mkdocs-material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pip install mkdocs-git-revision-date-localized-plugin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Step 2: 创建项目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846320"/>
            <a:ext cx="10058400" cy="137160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02920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mkdir my-knowledge-base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cd my-knowledge-base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mkdocs new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3. 项目结构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CFF"/>
                </a:solidFill>
              </a:defRPr>
            </a:pPr>
            <a:r>
              <a:t>推荐目录组织方式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5029200" cy="365760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my-knowledge-base/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├── .github/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│   └── workflows/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│       └── deploy.yml     # 自动部署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├── docs/                    # 文档目录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│   ├── index.md             # 首页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│   ├── ai/                  # AI 笔记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│   │   └── index.md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│   ├── chip/                # 芯片开发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│   ├── hardware/            # 硬件知识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│   ├── software/            # 软件知识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│   └── tools/               # 工具使用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├── mkdocs.yml               # 配置文件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├── .gitignore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├── .git/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51B5"/>
                </a:solidFill>
              </a:defRPr>
            </a:pPr>
            <a:r>
              <a:t>💡 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docs/ — 所有 Markdown 文件放这里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mkdocs.yml — 站点名称、主题、导航配置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.github/workflows/deploy.yml — 自动部署脚本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按分类建子目录组织笔记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4. 配置说明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CFF"/>
                </a:solidFill>
              </a:defRPr>
            </a:pPr>
            <a:r>
              <a:t>mkdocs.yml 关键配置项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</a:defRPr>
            </a:pPr>
            <a:r>
              <a:t>site_name — 站点名称，显示在标题栏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</a:defRPr>
            </a:pPr>
            <a:r>
              <a:t>theme: name: material — Material 主题，支持亮/暗色切换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</a:defRPr>
            </a:pPr>
            <a:r>
              <a:t>  features: — 功能开关（导航标签、搜索高亮、代码复制等）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</a:defRPr>
            </a:pPr>
            <a:r>
              <a:t>  palette: — 亮/暗色主题配色方案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</a:defRPr>
            </a:pPr>
            <a:r>
              <a:t>plugins: — search 搜索插件（支持中文分词）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</a:defRPr>
            </a:pPr>
            <a:r>
              <a:t>markdown_extensions: — Markdown 增强语法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66666"/>
                </a:solidFill>
              </a:defRPr>
            </a:pPr>
            <a:r>
              <a:t>  · admonition — 警告/提示框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66666"/>
                </a:solidFill>
              </a:defRPr>
            </a:pPr>
            <a:r>
              <a:t>  · pymdownx.highlight — 代码高亮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66666"/>
                </a:solidFill>
              </a:defRPr>
            </a:pPr>
            <a:r>
              <a:t>  · pymdownx.emoji — Emoji 支持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66666"/>
                </a:solidFill>
              </a:defRPr>
            </a:pPr>
            <a:r>
              <a:t>  · toc — 目录锚点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</a:defRPr>
            </a:pPr>
            <a:r>
              <a:t>nav — 导航结构，定义页面层级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5. 部署到 GitHub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51B5"/>
                </a:solidFill>
              </a:defRPr>
            </a:pPr>
            <a:r>
              <a:t>Step 1: 创建 GitHub 仓库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9601200" cy="137160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052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登录 https://github.com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点击 + → New repository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输入名称（如 kb），设为 Public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不要勾选任何初始化选项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51B5"/>
                </a:solidFill>
              </a:defRPr>
            </a:pPr>
            <a:r>
              <a:t>Step 2: 初始化 Git 并推送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029200"/>
            <a:ext cx="9601200" cy="137160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9052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cd my-knowledge-base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init &amp;&amp; git branch -m main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add . &amp;&amp; git commit -m "初始提交"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remote add origin https://github.com/用户名/仓库名.git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push -u origin 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4336"/>
                </a:solidFill>
              </a:defRPr>
            </a:pPr>
            <a:r>
              <a:t>⚠️ 处理目录所有权问题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3108960"/>
            <a:ext cx="4572000" cy="91440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2918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config --global --add safe.directory D:/path/to/repo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5. 部署 — GitHub Pages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Step 3: 开启 GitHub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仓库页面 → Settings → Pages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Source 选择 GitHub Actions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推送后 Actions 自动构建并部署</a:t>
            </a:r>
          </a:p>
          <a:p>
            <a:pPr algn="l">
              <a:spcAft>
                <a:spcPts val="800"/>
              </a:spcAft>
              <a:defRPr sz="1600" b="1">
                <a:solidFill>
                  <a:srgbClr val="3F51B5"/>
                </a:solidFill>
              </a:defRPr>
            </a:pPr>
            <a:r>
              <a:t>访问地址: https://用户名.github.io/仓库名/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deploy.yml 自动部署脚本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3200400"/>
            <a:ext cx="5486400" cy="320040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338328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name: deploy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on: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push: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branches: [main]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workflow_dispatch: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jobs: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build: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runs-on: ubuntu-latest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steps: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  - uses: actions/checkout@v4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  - uses: actions/setup-python@v5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  - run: pip install mkdocs-material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  - run: mkdocs build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  - uses: actions/upload-pages-artifact@v3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with: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  path: site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deploy: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needs: build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uses: actions/deploy-pages@v4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6. 日常使用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CFF"/>
                </a:solidFill>
              </a:defRPr>
            </a:pPr>
            <a:r>
              <a:t>写笔记 → 推送 → 自动更新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51B5"/>
                </a:solidFill>
              </a:defRPr>
            </a:pPr>
            <a:r>
              <a:t>添加新笔记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在 docs/ 下创建 .md 文件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更新 mkdocs.yml 的 nav 导航配置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本地预览: mkdocs serve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666666"/>
                </a:solidFill>
              </a:defRPr>
            </a:pPr>
            <a:r>
              <a:t>打开 http://127.0.0.1:8000 查看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</a:defRPr>
            </a:pPr>
            <a:r>
              <a:t>发布更新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cd D:\AI\kb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git add 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git commit -m "添加了XX笔记"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git push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666666"/>
                </a:solidFill>
              </a:defRPr>
            </a:pPr>
            <a:r>
              <a:t>（自动部署，等1分钟即可访问）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8. 新 PC 部署指南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CFF"/>
                </a:solidFill>
              </a:defRPr>
            </a:pPr>
            <a:r>
              <a:t>换电脑后如何继续使用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51B5"/>
                </a:solidFill>
              </a:defRPr>
            </a:pPr>
            <a:r>
              <a:t>完整步骤（只需执行一次）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  <a:defRPr sz="1700" b="0">
                <a:solidFill>
                  <a:srgbClr val="333333"/>
                </a:solidFill>
              </a:defRPr>
            </a:pPr>
            <a:r>
              <a:t>① 安装 Python 3.8+（记得勾选 Add to PATH）</a:t>
            </a:r>
          </a:p>
          <a:p>
            <a:pPr algn="l">
              <a:spcAft>
                <a:spcPts val="850"/>
              </a:spcAft>
              <a:defRPr sz="1700" b="0">
                <a:solidFill>
                  <a:srgbClr val="333333"/>
                </a:solidFill>
              </a:defRPr>
            </a:pPr>
            <a:r>
              <a:t>② 安装 Git</a:t>
            </a:r>
          </a:p>
          <a:p>
            <a:pPr algn="l">
              <a:spcAft>
                <a:spcPts val="850"/>
              </a:spcAft>
              <a:defRPr sz="1700" b="0">
                <a:solidFill>
                  <a:srgbClr val="333333"/>
                </a:solidFill>
              </a:defRPr>
            </a:pPr>
            <a:r>
              <a:t>③ 配置 Git（只需第一次）</a:t>
            </a:r>
          </a:p>
          <a:p>
            <a:pPr algn="l">
              <a:spcAft>
                <a:spcPts val="850"/>
              </a:spcAft>
              <a:defRPr sz="1700" b="0">
                <a:solidFill>
                  <a:srgbClr val="333333"/>
                </a:solidFill>
              </a:defRPr>
            </a:pPr>
            <a:r>
              <a:t>④ 克隆仓库</a:t>
            </a:r>
          </a:p>
          <a:p>
            <a:pPr algn="l">
              <a:spcAft>
                <a:spcPts val="850"/>
              </a:spcAft>
              <a:defRPr sz="1700" b="0">
                <a:solidFill>
                  <a:srgbClr val="333333"/>
                </a:solidFill>
              </a:defRPr>
            </a:pPr>
            <a:r>
              <a:t>⑤ 安装 MkDocs</a:t>
            </a:r>
          </a:p>
          <a:p>
            <a:pPr algn="l">
              <a:spcAft>
                <a:spcPts val="850"/>
              </a:spcAft>
              <a:defRPr sz="1700" b="0">
                <a:solidFill>
                  <a:srgbClr val="333333"/>
                </a:solidFill>
              </a:defRPr>
            </a:pPr>
            <a:r>
              <a:t>⑥ 开始写笔记，预览，推送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5029200" cy="347472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92608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配置 Git（第一次使用需执行）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config --global user.name "你的名字"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config --global user.email "你的邮箱"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克隆仓库（只需一次）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cd D:\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用实际仓库地址替换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clone https://github.com/Appie-1/kb.git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cd kb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安装依赖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pip install mkdocs-material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pip install mkdocs-git-revision-date-localized-plugin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本地预览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mkdocs serve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浏览器打开 http://127.0.0.1:8000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8. 新 PC — 详细命令行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1. 安装 Python 和 Git（图形界面安装，略）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2. 打开终端（cmd 或 PowerShell），依次执行：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10515600" cy="292608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9966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配置 Git 身份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config --global user.name "Appie-1"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config --global user.email "1657527371@qq.com"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config --global init.defaultBranch main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克隆知识库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cd D:/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clone https://github.com/Appie-1/kb.git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cd kb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安装 MkDocs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pip install mkdocs-material mkdocs-git-revision-date-localized-plugin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本地预览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mkdocs 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8. 新 PC — 日常写作流程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51B5"/>
                </a:solidFill>
              </a:defRPr>
            </a:pPr>
            <a:r>
              <a:t>在新 PC 上写笔记并发布：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Step 1: git pull  # 拉取最新内容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Step 2: 编辑 docs/ 下的 .md 文件（或创建新文件）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Step 3: mkdocs serve  # 本地预览效果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666666"/>
                </a:solidFill>
              </a:defRPr>
            </a:pPr>
            <a:r>
              <a:t>  浏览器打开 http://127.0.0.1:8000 查看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Step 4: git add 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  git commit -m "添加了XX笔记"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  git push  # 推送到 GitHub 自动部署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4CAF50"/>
                </a:solidFill>
              </a:defRPr>
            </a:pPr>
            <a:r>
              <a:t>Step 5: 打开 https://Appie-1.github.io/kb/ 查看在线站点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9. 常见问题 &amp;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F51B5"/>
                </a:solidFill>
              </a:defRPr>
            </a:pPr>
            <a:r>
              <a:t>Q: 页面没更新？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</a:defRPr>
            </a:pPr>
            <a:r>
              <a:t>A: 检查 GitHub Actions 是否运行成功（仓库 Actions 标签页），等待约1分钟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600" b="1">
                <a:solidFill>
                  <a:srgbClr val="3F51B5"/>
                </a:solidFill>
              </a:defRPr>
            </a:pPr>
            <a:r>
              <a:t>Q: git push 报错 "dubious ownership"？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</a:defRPr>
            </a:pPr>
            <a:r>
              <a:t>A: 执行 git config --global --add safe.directory D:/kb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600" b="1">
                <a:solidFill>
                  <a:srgbClr val="3F51B5"/>
                </a:solidFill>
              </a:defRPr>
            </a:pPr>
            <a:r>
              <a:t>Q: 如何切换亮/暗色？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</a:defRPr>
            </a:pPr>
            <a:r>
              <a:t>A: 页面右上角有切换按钮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800"/>
              </a:spcAft>
              <a:defRPr sz="1600" b="1">
                <a:solidFill>
                  <a:srgbClr val="3F51B5"/>
                </a:solidFill>
              </a:defRPr>
            </a:pPr>
            <a:r>
              <a:t>Q: 如何迁移已有笔记？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</a:defRPr>
            </a:pPr>
            <a:r>
              <a:t>A: 将 .md 文件复制到 docs/ 对应目录，更新 mkdocs.yml 的 nav 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